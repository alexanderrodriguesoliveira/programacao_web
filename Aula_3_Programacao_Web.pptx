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49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2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9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5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30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10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1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8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4677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24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2026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7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10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9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5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noProof="0" dirty="0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143375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20950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-8467"/>
            <a:ext cx="194141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034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4" y="-8467"/>
            <a:ext cx="2140745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4415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8467"/>
            <a:ext cx="6881784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590" y="1877961"/>
            <a:ext cx="5220569" cy="199258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4800" dirty="0">
                <a:solidFill>
                  <a:srgbClr val="FFFFFF"/>
                </a:solidFill>
              </a:rPr>
              <a:t>Programação Web Aula 3 – </a:t>
            </a:r>
            <a:r>
              <a:rPr lang="pt-BR" sz="4800" dirty="0" err="1">
                <a:solidFill>
                  <a:srgbClr val="FFFFFF"/>
                </a:solidFill>
              </a:rPr>
              <a:t>JavaScript</a:t>
            </a:r>
            <a:r>
              <a:rPr lang="pt-BR" sz="4800" dirty="0">
                <a:solidFill>
                  <a:srgbClr val="FFFFFF"/>
                </a:solidFill>
              </a:rPr>
              <a:t> Para onde</a:t>
            </a:r>
            <a:endParaRPr lang="pt-BR" sz="4800" noProof="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316" y="3962088"/>
            <a:ext cx="4584057" cy="11861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1700" noProof="0" dirty="0">
                <a:solidFill>
                  <a:srgbClr val="FFFFFF">
                    <a:alpha val="70000"/>
                  </a:srgbClr>
                </a:solidFill>
              </a:rPr>
              <a:t>Disciplina: Programação Web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6527" y="3294792"/>
            <a:ext cx="220660" cy="13982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etiqueta &lt;script&gt;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31324"/>
            <a:ext cx="6347714" cy="926739"/>
          </a:xfrm>
        </p:spPr>
        <p:txBody>
          <a:bodyPr/>
          <a:lstStyle/>
          <a:p>
            <a:r>
              <a:rPr lang="pt-BR" dirty="0"/>
              <a:t>Em HTML, código </a:t>
            </a:r>
            <a:r>
              <a:rPr lang="pt-BR" dirty="0" err="1"/>
              <a:t>JavaScript</a:t>
            </a:r>
            <a:r>
              <a:rPr lang="pt-BR" dirty="0"/>
              <a:t> é inserido entre as </a:t>
            </a:r>
            <a:r>
              <a:rPr lang="pt-BR" dirty="0" err="1"/>
              <a:t>tags</a:t>
            </a:r>
            <a:r>
              <a:rPr lang="pt-BR" dirty="0"/>
              <a:t> de </a:t>
            </a:r>
            <a:r>
              <a:rPr lang="pt-BR" dirty="0">
                <a:solidFill>
                  <a:srgbClr val="FF0000"/>
                </a:solidFill>
              </a:rPr>
              <a:t>&lt;script&gt;</a:t>
            </a:r>
            <a:r>
              <a:rPr lang="pt-BR" dirty="0"/>
              <a:t> e </a:t>
            </a:r>
            <a:r>
              <a:rPr lang="pt-BR" dirty="0">
                <a:solidFill>
                  <a:srgbClr val="FF0000"/>
                </a:solidFill>
              </a:rPr>
              <a:t>&lt;/script&gt;</a:t>
            </a:r>
            <a:r>
              <a:rPr lang="pt-BR" dirty="0"/>
              <a:t>.</a:t>
            </a:r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0E2D08-5091-AC65-6A9C-0DA49EFC8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69" y="2391235"/>
            <a:ext cx="6981825" cy="3019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Funções e Eventos </a:t>
            </a:r>
            <a:r>
              <a:rPr lang="pt-BR" dirty="0" err="1"/>
              <a:t>JavaScript</a:t>
            </a:r>
            <a:br>
              <a:rPr lang="pt-BR" dirty="0"/>
            </a:br>
            <a:br>
              <a:rPr lang="pt-BR" dirty="0"/>
            </a:br>
            <a:endParaRPr lang="pt-B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dirty="0" err="1"/>
              <a:t>JavaScript</a:t>
            </a:r>
            <a:r>
              <a:rPr lang="pt-BR" dirty="0"/>
              <a:t> é um bloco de código </a:t>
            </a:r>
            <a:r>
              <a:rPr lang="pt-BR" dirty="0" err="1"/>
              <a:t>JavaScript</a:t>
            </a:r>
            <a:r>
              <a:rPr lang="pt-BR" dirty="0"/>
              <a:t> que pode ser executado quando "chamado“.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function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Por exemplo, uma função pode ser chamada quando um </a:t>
            </a:r>
            <a:r>
              <a:rPr lang="pt-BR" b="1" dirty="0"/>
              <a:t>evento</a:t>
            </a:r>
            <a:r>
              <a:rPr lang="pt-BR" dirty="0"/>
              <a:t> ocorre, como quando o usuário clica em um botão.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JavaScript</a:t>
            </a:r>
            <a:r>
              <a:rPr lang="pt-BR" dirty="0"/>
              <a:t> em &lt;cabeça&gt; ou &lt;corpo&gt;</a:t>
            </a:r>
            <a:br>
              <a:rPr lang="pt-BR" dirty="0"/>
            </a:br>
            <a:br>
              <a:rPr lang="pt-BR" dirty="0"/>
            </a:br>
            <a:endParaRPr lang="pt-B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pode colocar qualquer número de scripts em um documento HTML.</a:t>
            </a:r>
          </a:p>
          <a:p>
            <a:r>
              <a:rPr lang="pt-BR" dirty="0"/>
              <a:t>Scripts podem ser colocados em </a:t>
            </a:r>
            <a:r>
              <a:rPr lang="pt-BR" dirty="0">
                <a:solidFill>
                  <a:srgbClr val="FF0000"/>
                </a:solidFill>
              </a:rPr>
              <a:t>&lt;body&gt;</a:t>
            </a:r>
            <a:r>
              <a:rPr lang="pt-BR" dirty="0"/>
              <a:t>, ou </a:t>
            </a:r>
            <a:r>
              <a:rPr lang="pt-BR" dirty="0">
                <a:solidFill>
                  <a:srgbClr val="FF0000"/>
                </a:solidFill>
              </a:rPr>
              <a:t>&lt;</a:t>
            </a:r>
            <a:r>
              <a:rPr lang="pt-BR" dirty="0" err="1">
                <a:solidFill>
                  <a:srgbClr val="FF0000"/>
                </a:solidFill>
              </a:rPr>
              <a:t>head</a:t>
            </a:r>
            <a:r>
              <a:rPr lang="pt-BR" dirty="0">
                <a:solidFill>
                  <a:srgbClr val="FF0000"/>
                </a:solidFill>
              </a:rPr>
              <a:t>&gt; </a:t>
            </a:r>
            <a:r>
              <a:rPr lang="pt-BR" dirty="0"/>
              <a:t>na seção de uma página HTML, ou em ambos. </a:t>
            </a:r>
            <a:endParaRPr lang="pt-B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04800"/>
            <a:ext cx="6347713" cy="747252"/>
          </a:xfrm>
        </p:spPr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em &lt;cabeça&gt;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069209"/>
            <a:ext cx="6347714" cy="3880773"/>
          </a:xfrm>
        </p:spPr>
        <p:txBody>
          <a:bodyPr/>
          <a:lstStyle/>
          <a:p>
            <a:r>
              <a:rPr lang="pt-BR" dirty="0"/>
              <a:t>Neste exemplo, um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function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é colocado na seção </a:t>
            </a:r>
            <a:r>
              <a:rPr lang="pt-BR" dirty="0">
                <a:solidFill>
                  <a:srgbClr val="FF0000"/>
                </a:solidFill>
              </a:rPr>
              <a:t>&lt;</a:t>
            </a:r>
            <a:r>
              <a:rPr lang="pt-BR" dirty="0" err="1">
                <a:solidFill>
                  <a:srgbClr val="FF0000"/>
                </a:solidFill>
              </a:rPr>
              <a:t>head</a:t>
            </a:r>
            <a:r>
              <a:rPr lang="pt-BR" dirty="0">
                <a:solidFill>
                  <a:srgbClr val="FF0000"/>
                </a:solidFill>
              </a:rPr>
              <a:t>&gt; </a:t>
            </a:r>
            <a:r>
              <a:rPr lang="pt-BR" dirty="0"/>
              <a:t>de uma página HTML.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A função é invocada (chamada) quando um botão é clicado: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ADE8777-227F-A0F3-91F7-58B0C253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42" y="2403066"/>
            <a:ext cx="6600825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55B5-8E33-7DB1-DD3D-941D93E0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E868-E1E9-2DF1-85E8-3A78EB97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4800"/>
            <a:ext cx="6347713" cy="747252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JavaScript</a:t>
            </a:r>
            <a:r>
              <a:rPr lang="pt-BR" dirty="0"/>
              <a:t> em &lt;corpo&gt;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7D71C-B5E3-D358-18E4-9A2B216D1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69209"/>
            <a:ext cx="6347714" cy="3880773"/>
          </a:xfrm>
        </p:spPr>
        <p:txBody>
          <a:bodyPr/>
          <a:lstStyle/>
          <a:p>
            <a:r>
              <a:rPr lang="pt-BR" dirty="0"/>
              <a:t>Neste exemplo, um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function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é colocado na seção </a:t>
            </a:r>
            <a:r>
              <a:rPr lang="pt-BR" dirty="0">
                <a:solidFill>
                  <a:srgbClr val="FF0000"/>
                </a:solidFill>
              </a:rPr>
              <a:t>&lt;body&gt; </a:t>
            </a:r>
            <a:r>
              <a:rPr lang="pt-BR" dirty="0"/>
              <a:t>de uma página HTML.</a:t>
            </a:r>
            <a:r>
              <a:rPr lang="pt-BR" dirty="0">
                <a:solidFill>
                  <a:srgbClr val="FF0000"/>
                </a:solidFill>
              </a:rPr>
              <a:t> </a:t>
            </a:r>
          </a:p>
          <a:p>
            <a:r>
              <a:rPr lang="pt-BR" dirty="0"/>
              <a:t>A função é invocada (chamada) quando um botão é clicado: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C31EF92-4917-13A1-4438-566A2745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2425648"/>
            <a:ext cx="7019925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606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200</Words>
  <Application>Microsoft Office PowerPoint</Application>
  <PresentationFormat>Apresentação na tela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Facetado</vt:lpstr>
      <vt:lpstr>Programação Web Aula 3 – JavaScript Para onde</vt:lpstr>
      <vt:lpstr>A etiqueta &lt;script&gt;</vt:lpstr>
      <vt:lpstr>Funções e Eventos JavaScript  </vt:lpstr>
      <vt:lpstr>JavaScript em &lt;cabeça&gt; ou &lt;corpo&gt;  </vt:lpstr>
      <vt:lpstr>JavaScript em &lt;cabeça&gt;</vt:lpstr>
      <vt:lpstr>JavaScript em &lt;corpo&gt;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Oliveira</cp:lastModifiedBy>
  <cp:revision>21</cp:revision>
  <dcterms:created xsi:type="dcterms:W3CDTF">2013-01-27T09:14:16Z</dcterms:created>
  <dcterms:modified xsi:type="dcterms:W3CDTF">2026-03-16T17:29:43Z</dcterms:modified>
  <cp:category/>
</cp:coreProperties>
</file>